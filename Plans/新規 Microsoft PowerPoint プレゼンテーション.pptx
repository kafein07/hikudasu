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7A702F-8B18-444C-9B63-7E8811076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79D6BD-D549-45EE-85A9-9C61EDD9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72E470-6613-4C5E-8E5C-AF3399C7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A39DD4-2BCF-484D-9848-FD47C6A4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82123F-1538-4BE5-8501-2A307529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1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E32BF-34F4-4F98-890B-D73408E1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BE92FA-155A-405C-83AB-27567432A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F56435-B4BE-4E8A-AD0F-3723EA88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10814E-25D4-4632-B9F5-6D7470C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BE0B92-7B40-4C6C-85B9-DD096DD5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84B70-B094-4AF7-8FC4-8DCCA738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8B46B6-E1C3-4090-9B81-DFB38A3B0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EFF0F8-D1E3-47B6-AF78-FE49323C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F2E48D-A596-455A-AAB3-12FC0A23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460BA-9317-4259-A338-43C2BAE8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43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BC0A5-5214-4CC3-A338-49B20B29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004741-97FE-4ECC-886E-8C20D640A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3F2C91-1952-4273-97FA-4EE7794F5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041F14-E362-4AB3-97E9-BD510DB0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9820EB-E1BC-4C91-9301-1406CDF8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50CF6B-BD87-4464-BEE7-56C40C0E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02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36016C-8EE6-4C71-9BB7-E2606992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98B46F-D874-4FAC-B24C-63E619CED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F98025-2AB0-42D4-AE21-70405CED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D27C39-24B2-4C7E-B6E2-CEA961F53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A4FFFB-3105-4C6F-8C06-103900137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2CDD40-E2CF-4705-889E-C9AE47A8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0A45EE-94B8-4BEE-BF07-40BDBBE8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C6AA0C-0662-4543-8B1D-94D3D839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750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9A71C3-011A-4A53-A1C8-FD937648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B95A9F5-4B77-4DBE-81BF-E49ED3DE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D7A5ED-E5F8-4DB5-BBBF-5AFB6410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3C0F867-8377-4D26-B0C9-45C51D1A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03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A4EAF2-A4AC-48B3-958F-7DCBF76D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767C9E-FC35-41EA-9DB5-433BC5DD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912323-1659-4613-9FC4-B49F1F5E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28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81BE23-C84D-442A-9269-AE1D31E7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DA24D0-4B24-4E30-A799-3EC00C3B3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D3200C-DFCB-4831-B518-7B278D854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8FDF6F-1B1A-4F9F-B00C-2AFAED4B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B46164-B163-4CAA-82DB-FA9189BC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8DB683-5BB6-4888-A04B-4591EE49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14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7A60A-FB3B-412A-B87D-AF021096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38FB29-0F02-46B5-83D5-CFD84EDAD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C755B-74AD-475F-90FA-92C0580C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AF2A75-6CBB-4EF8-8878-49EC06D4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AB30BD-F20A-4A24-BDF0-4714D070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84FCD-C541-4934-8B63-3892EF31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335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36B5A-60B0-429F-AC0B-A8304BDB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2F41C8-B154-47D8-990B-1BBC447AC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8F120B-9B2A-40EC-ABB2-B3BA1306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F08580-71D5-4489-BC56-EE0E7E91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7D9A68-5F6E-4EAA-95F0-B6A45632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81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B563E5-1CC3-4182-9BF8-1C88846E5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5E4008-4451-4EAE-99CD-A0673A9C4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535AC9-158B-41E8-A8F9-AF5D69B9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2B0311-4E99-4BC7-9DD0-F7A08494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27A4A3-F490-440F-9D14-C11B83E0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77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4A2120-F09E-47DB-8CFB-41B58436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EC9507-82B9-4571-A928-CEB1C9407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D472B6-539A-469C-BD85-02D63D6CC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719C5-9EBF-4349-B159-C9424D1D0723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86F354-7DF5-4D62-B809-381FAF5A8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E170CF-5126-4C1C-8D50-0D765FC6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88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DD64BB-1183-48B4-AB9D-0F42A61B2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（保留）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B59136-B0C6-458E-AFE5-908D420DC3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55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F7054-EA09-49BA-8305-FC42183B1A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973138"/>
          </a:xfrm>
        </p:spPr>
        <p:txBody>
          <a:bodyPr/>
          <a:lstStyle/>
          <a:p>
            <a:r>
              <a:rPr kumimoji="1" lang="ja-JP" altLang="en-US" dirty="0"/>
              <a:t>メインターゲット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568ED-2755-4F4E-9009-4F04E3585A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38264"/>
            <a:ext cx="10515600" cy="109103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全年齢対象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多くに人に親しまれるゲーム性、雰囲気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D56E2E-3EA6-419F-9F73-0BAFD8B49169}"/>
              </a:ext>
            </a:extLst>
          </p:cNvPr>
          <p:cNvSpPr txBox="1"/>
          <p:nvPr/>
        </p:nvSpPr>
        <p:spPr>
          <a:xfrm>
            <a:off x="0" y="2900931"/>
            <a:ext cx="5390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プラットフォーム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F611C2-5781-4472-B951-6CABD2B4B5EB}"/>
              </a:ext>
            </a:extLst>
          </p:cNvPr>
          <p:cNvSpPr txBox="1"/>
          <p:nvPr/>
        </p:nvSpPr>
        <p:spPr>
          <a:xfrm>
            <a:off x="0" y="3670372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steam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624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E14C9-0409-48FB-802E-5E582E98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FFCE29-125A-481F-8D85-90790D162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様々な形をしたブロックを押したり引いたりしてゴールを目指すゲーム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050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31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（保留）</vt:lpstr>
      <vt:lpstr>メインターゲット</vt:lpstr>
      <vt:lpstr>ゲームコンセプト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（保留）</dc:title>
  <dc:creator>立山　則仁</dc:creator>
  <cp:lastModifiedBy>立山　則仁</cp:lastModifiedBy>
  <cp:revision>4</cp:revision>
  <dcterms:created xsi:type="dcterms:W3CDTF">2025-09-11T02:22:28Z</dcterms:created>
  <dcterms:modified xsi:type="dcterms:W3CDTF">2025-09-30T02:50:07Z</dcterms:modified>
</cp:coreProperties>
</file>