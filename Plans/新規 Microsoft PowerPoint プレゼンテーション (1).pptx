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1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8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719C5-9EBF-4349-B159-C9424D1D0723}" type="datetimeFigureOut">
              <a:rPr kumimoji="1" lang="ja-JP" altLang="en-US" smtClean="0"/>
              <a:t>2025/10/29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93E36-3C9E-436F-AE0F-BF71F44D30B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7765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719C5-9EBF-4349-B159-C9424D1D0723}" type="datetimeFigureOut">
              <a:rPr kumimoji="1" lang="ja-JP" altLang="en-US" smtClean="0"/>
              <a:t>2025/10/29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93E36-3C9E-436F-AE0F-BF71F44D30B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60569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719C5-9EBF-4349-B159-C9424D1D0723}" type="datetimeFigureOut">
              <a:rPr kumimoji="1" lang="ja-JP" altLang="en-US" smtClean="0"/>
              <a:t>2025/10/29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93E36-3C9E-436F-AE0F-BF71F44D30B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938189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719C5-9EBF-4349-B159-C9424D1D0723}" type="datetimeFigureOut">
              <a:rPr kumimoji="1" lang="ja-JP" altLang="en-US" smtClean="0"/>
              <a:t>2025/10/29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93E36-3C9E-436F-AE0F-BF71F44D30B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65713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719C5-9EBF-4349-B159-C9424D1D0723}" type="datetimeFigureOut">
              <a:rPr kumimoji="1" lang="ja-JP" altLang="en-US" smtClean="0"/>
              <a:t>2025/10/29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93E36-3C9E-436F-AE0F-BF71F44D30B6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7940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719C5-9EBF-4349-B159-C9424D1D0723}" type="datetimeFigureOut">
              <a:rPr kumimoji="1" lang="ja-JP" altLang="en-US" smtClean="0"/>
              <a:t>2025/10/29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93E36-3C9E-436F-AE0F-BF71F44D30B6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651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719C5-9EBF-4349-B159-C9424D1D0723}" type="datetimeFigureOut">
              <a:rPr kumimoji="1" lang="ja-JP" altLang="en-US" smtClean="0"/>
              <a:t>2025/10/29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93E36-3C9E-436F-AE0F-BF71F44D30B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8537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719C5-9EBF-4349-B159-C9424D1D0723}" type="datetimeFigureOut">
              <a:rPr kumimoji="1" lang="ja-JP" altLang="en-US" smtClean="0"/>
              <a:t>2025/10/29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93E36-3C9E-436F-AE0F-BF71F44D30B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983227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719C5-9EBF-4349-B159-C9424D1D0723}" type="datetimeFigureOut">
              <a:rPr kumimoji="1" lang="ja-JP" altLang="en-US" smtClean="0"/>
              <a:t>2025/10/29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93E36-3C9E-436F-AE0F-BF71F44D30B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54117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719C5-9EBF-4349-B159-C9424D1D0723}" type="datetimeFigureOut">
              <a:rPr kumimoji="1" lang="ja-JP" altLang="en-US" smtClean="0"/>
              <a:t>2025/10/29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93E36-3C9E-436F-AE0F-BF71F44D30B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51679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719C5-9EBF-4349-B159-C9424D1D0723}" type="datetimeFigureOut">
              <a:rPr kumimoji="1" lang="ja-JP" altLang="en-US" smtClean="0"/>
              <a:t>2025/10/29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93E36-3C9E-436F-AE0F-BF71F44D30B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34595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131719C5-9EBF-4349-B159-C9424D1D0723}" type="datetimeFigureOut">
              <a:rPr kumimoji="1" lang="ja-JP" altLang="en-US" smtClean="0"/>
              <a:t>2025/10/29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093E36-3C9E-436F-AE0F-BF71F44D30B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6233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2" r:id="rId1"/>
    <p:sldLayoutId id="2147483913" r:id="rId2"/>
    <p:sldLayoutId id="2147483914" r:id="rId3"/>
    <p:sldLayoutId id="2147483915" r:id="rId4"/>
    <p:sldLayoutId id="2147483916" r:id="rId5"/>
    <p:sldLayoutId id="2147483917" r:id="rId6"/>
    <p:sldLayoutId id="2147483918" r:id="rId7"/>
    <p:sldLayoutId id="2147483919" r:id="rId8"/>
    <p:sldLayoutId id="2147483920" r:id="rId9"/>
    <p:sldLayoutId id="2147483921" r:id="rId10"/>
    <p:sldLayoutId id="214748392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1D89AC63-9F08-4CEE-A6AF-088F24DBD5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Marke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9478" y="-1"/>
            <a:ext cx="12281477" cy="692727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51DD64BB-1183-48B4-AB9D-0F42A61B29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/>
              <a:t>（保留）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5B59136-B0C6-458E-AFE5-908D420DC3D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615547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2F7054-EA09-49BA-8305-FC42183B1A9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79413"/>
            <a:ext cx="10515600" cy="973137"/>
          </a:xfrm>
        </p:spPr>
        <p:txBody>
          <a:bodyPr/>
          <a:lstStyle/>
          <a:p>
            <a:r>
              <a:rPr kumimoji="1" lang="ja-JP" altLang="en-US" dirty="0"/>
              <a:t>メインターゲット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E6568ED-2755-4F4E-9009-4F04E3585A1E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1292225"/>
            <a:ext cx="10515600" cy="1090613"/>
          </a:xfrm>
        </p:spPr>
        <p:txBody>
          <a:bodyPr/>
          <a:lstStyle/>
          <a:p>
            <a:pPr marL="0" indent="0">
              <a:buNone/>
            </a:pPr>
            <a:r>
              <a:rPr kumimoji="1" lang="ja-JP" altLang="en-US" dirty="0"/>
              <a:t>全年齢対象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多くの人に親しまれるゲーム性、雰囲気</a:t>
            </a:r>
            <a:endParaRPr kumimoji="1"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AD56E2E-3EA6-419F-9F73-0BAFD8B49169}"/>
              </a:ext>
            </a:extLst>
          </p:cNvPr>
          <p:cNvSpPr txBox="1"/>
          <p:nvPr/>
        </p:nvSpPr>
        <p:spPr>
          <a:xfrm>
            <a:off x="369455" y="2468055"/>
            <a:ext cx="539086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400" dirty="0"/>
              <a:t>プラットフォーム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FF611C2-5781-4472-B951-6CABD2B4B5EB}"/>
              </a:ext>
            </a:extLst>
          </p:cNvPr>
          <p:cNvSpPr txBox="1"/>
          <p:nvPr/>
        </p:nvSpPr>
        <p:spPr>
          <a:xfrm>
            <a:off x="609600" y="3267284"/>
            <a:ext cx="12041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steam</a:t>
            </a:r>
            <a:endParaRPr kumimoji="1" lang="ja-JP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2762430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63E14C9-0409-48FB-802E-5E582E988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ゲームコンセプト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FFFCE29-125A-481F-8D85-90790D1622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様々な形をしたブロックを押したり引いたりしてゴールを目指すゲーム</a:t>
            </a:r>
            <a:endParaRPr kumimoji="1" lang="en-US" altLang="ja-JP" dirty="0"/>
          </a:p>
          <a:p>
            <a:r>
              <a:rPr kumimoji="1" lang="ja-JP" altLang="en-US" dirty="0"/>
              <a:t>絵本のような親しみやすい世界観</a:t>
            </a:r>
          </a:p>
        </p:txBody>
      </p:sp>
    </p:spTree>
    <p:extLst>
      <p:ext uri="{BB962C8B-B14F-4D97-AF65-F5344CB8AC3E}">
        <p14:creationId xmlns:p14="http://schemas.microsoft.com/office/powerpoint/2010/main" val="1200505529"/>
      </p:ext>
    </p:extLst>
  </p:cSld>
  <p:clrMapOvr>
    <a:masterClrMapping/>
  </p:clrMapOvr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TM02900720[[fn=インテグラル]]</Template>
  <TotalTime>656</TotalTime>
  <Words>38</Words>
  <Application>Microsoft Office PowerPoint</Application>
  <PresentationFormat>ワイド画面</PresentationFormat>
  <Paragraphs>9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Calibri</vt:lpstr>
      <vt:lpstr>Calibri Light</vt:lpstr>
      <vt:lpstr>Wingdings 2</vt:lpstr>
      <vt:lpstr>HDOfficeLightV0</vt:lpstr>
      <vt:lpstr>（保留）</vt:lpstr>
      <vt:lpstr>メインターゲット</vt:lpstr>
      <vt:lpstr>ゲームコンセプト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（保留）</dc:title>
  <dc:creator>立山　則仁</dc:creator>
  <cp:lastModifiedBy>立山　則仁</cp:lastModifiedBy>
  <cp:revision>13</cp:revision>
  <dcterms:created xsi:type="dcterms:W3CDTF">2025-09-11T02:22:28Z</dcterms:created>
  <dcterms:modified xsi:type="dcterms:W3CDTF">2025-10-29T07:54:11Z</dcterms:modified>
</cp:coreProperties>
</file>